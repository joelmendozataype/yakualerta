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No la leas: preséntate en 5 segundos y entra directo al gancho.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(40 s). Pausa dos segundos después de "ya tomó el agua".
Todavía no menciones la aplicación: primero el problema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(40 s). Enfatiza la última línea: el problema no es técnico, es sanitario.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 Y VALIDACIÓN (40 s). Pieza de mayor peso en la rúbrica (15 puntos).
Pendiente antes del Demo Day: dos entrevistas (operador JASS y ATM) y una fotografía real de campo.
Sustituir el marcador de la cita por una frase textual del operador.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SOLUCIÓN Y PROTOTIPO (40 s). Es el momento más fuerte del pitch.
Ensayar la demostración al menos diez veces y tener un video de respaldo por si falla la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DIFERENCIAL (40 s). Frase central: "No inventamos nada nuevo que haya que comprar."
Si el tiempo aprieta, esta pieza se puede resumir en una sola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(40 s). Subraya que la alerta al establecimiento de salud permite anticipar los casos de EDA
en lugar de contarlos después del brote.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PASOS (40 s). No recortes esta pieza: aquí va el pedido concreto al jurado.
Cierra con: "Lo que pedimos es un distrito y una temporada de lluvias para demostrarlo."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Termina cerca de 4:50, no en 5:00. Guarda dos segundos de silencio tras el pedido.
Preguntas probables: cómo validaron, cuánto cuesta, quién lo mantiene, qué ocurre si nunca hay señal.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Kuska Wiñasun  ·  Universidad Nacional de Huancavelica  · 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1737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YakuAlerta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 para agua no segura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reservorios comunales de Huancavelica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694944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2 · Alerta temprana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7731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alcance transversal a los Desafíos 1 y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46920" y="1828800"/>
            <a:ext cx="566928" cy="56692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0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46920" y="2788920"/>
            <a:ext cx="566928" cy="5669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0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46920" y="3749040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0" y="38221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0:40   Gancho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 existe. Llega tarde.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comunidad de Huancavelica, el operador de la JASS mide el cloro del reservorio, lo anota en un cuaderno… y ese dato llega a la municipalidad </a:t>
            </a:r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semanas después.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entonces, la comunidad ya tomó el agua.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falta el instrumento. No falta la persona.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que el dato llegue a tiempo.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0" y="2011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795528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de retraso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0" y="42245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medición en campo y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en la municipalidad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1:20  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vigilancia manual, lenta y muda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71800" y="20299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mediciones se registran en cuadernos de campo. La información se pierde o se duplica y no existe un historial confiable por reservorio.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898648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71800" y="30815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consolida con semanas de retraso. Hoy es imposible saber si el agua que la comunidad está tomando es segura.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950208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971800" y="4133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agua deja de ser segura, nadie recibe un aviso claro y nadie sabe qué acción corresponde tomar.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soluciones digitales convencionales no sirven aquí: asumen conectividad permanente.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se paga en salud: enfermedades diarreicas agudas, anemia y desnutrición crónica infantil, indicadores en los que Huancavelica figura entre las regiones más críticas del país.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2:00   Usuario y validación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lo vive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2286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del operador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midiendo en campo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Máximo Quispe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comunal de la JASS.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cada semana con su comparador DPD.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reservorio no hay señal de internet.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celular Android de gama baja.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9659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dijeron en campo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2468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Tiene que funcionar sin señal.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28529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conectividad no puede ser un requisito para registrar una medición.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3547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de dos minutos.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3931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registro toma más tiempo, el operador vuelve al cuaderno.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46268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 qué hacer, no solo el número.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501091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sin una acción asociada no cambia nada en el campo.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5760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[Reemplazar por la cita textual de la entrevista con el operador] 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2:40   Solución y prototipo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maqueta: está funcionando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del operador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medición sin internet y clasifica el riesgo en el mismo celular, en segundos.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16552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reglas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416552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el D.S. N.° 031-2010-SA, con la dosis de recloración calculada para ese reservorio.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0144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institucional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10144" y="2468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distrital, bandeja de alertas y reportes exportables para la ATM y la DIRESA.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47091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el modo avión: sin internet.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0383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50383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cloro 0.10 mg/L y turbidez 8 UNT.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367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53675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muestra el semáforo rojo y la dosis de cloro.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69671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5696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la señal: el registro se sincroniza solo.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0258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602589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aparece en el tablero de la ATM.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i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reservorio a la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i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municipalidad: segundos.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 – 3:20   Diferencial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frugal: cero hardware nuevo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pedimos comprar nada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lo que ya existe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sensores en línea.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62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equipos nuevos para la comunidad.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internet en el reservorio.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de software.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4871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comparador colorimétrico DPD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55080" y="28072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instrumento que la norma ya exige y que las ATM ya utilizan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55080" y="3383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celular que el operador ya tiene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55080" y="37033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 gama baja, sin costo adicional para la comunidad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4279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2G que ya está desplegada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55080" y="45994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datos, la alerta viaja por SMS estructurado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norma vive en la configuración, no en el código.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5760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del D.S. N.° 031-2010-SA están almacenados como parámetros: si la norma cambia, no se reprograma el sistema. Y cada lectura que el operador confirma entrena la siguiente versión de la lectura por cámara.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 – 4:00   Impacto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para la salud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→ horas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entre la aparición del riesgo y la acción correctiva.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16552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de S/ 300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416552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arranque por comunidad, incluyendo insumos de campo.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10144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10144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licencias de software: todo el sistema es de código abierto.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alerta queda huérfana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alerta roja incluye la instrucción preventiva a la población —hervir el agua— y solo puede cerrarse con una remedición en nivel verde o con un dictamen sanitario de la DESA. El sistema conserva la trazabilidad completa: detección, acción y verificación.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384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4:40   Próximos pasos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Listos para el piloto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31720" y="1975104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mínimo viable funcional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331720" y="2395728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capas operativas y probadas: aplicación móvil, motor de reglas y tablero institucional.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186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3182112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Diez comunidades de un distrito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31720" y="3602736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temporada de lluvias para medir el impacto real y calibrar la lectura por cámara con fotografías del campo.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178808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256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4389120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de 500 reservorios por instancia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331720" y="4809744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multiinquilino: incorporar nuevos distritos y regiones no exige rediseñar el sistema.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852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sostiene porque no crea un proceso paralelo: digitaliza el flujo de vigilancia que la JASS, la ATM y la DIRESA/DESA ya siguen por norma.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hoy —no en tres semanas—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15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agua es segura.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no lo es: quién debe actuar y qué debe hacer.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06240" y="4663440"/>
            <a:ext cx="374904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pedimos: un distrito y una temporada de lluvias.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YakuAlerta  ·  Hackathon Kuska Wiñasun  ·  Universidad Nacional de Huancavelica  · 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YakuAlerta — Pitch Demo Day</dc:title>
  <dc:subject>PptxGenJS Presentation</dc:subject>
  <dc:creator>Equipo YakuAlerta</dc:creator>
  <cp:lastModifiedBy>Equipo YakuAlerta</cp:lastModifiedBy>
  <cp:revision>1</cp:revision>
  <dcterms:created xsi:type="dcterms:W3CDTF">2026-07-25T05:42:32Z</dcterms:created>
  <dcterms:modified xsi:type="dcterms:W3CDTF">2026-07-25T05:42:32Z</dcterms:modified>
</cp:coreProperties>
</file>